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60" autoAdjust="0"/>
    <p:restoredTop sz="94660"/>
  </p:normalViewPr>
  <p:slideViewPr>
    <p:cSldViewPr snapToGrid="0">
      <p:cViewPr>
        <p:scale>
          <a:sx n="33" d="100"/>
          <a:sy n="33" d="100"/>
        </p:scale>
        <p:origin x="4884" y="29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1A4BA-7067-42E3-ADC4-198817FAD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A43A8E1-49DA-4083-BC78-183726448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F7EB22-53ED-40FB-B98D-8FF417B0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516D30-CFF0-43F9-B16E-E39349D6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E6257E1-80FE-4812-B8CD-79FBAB30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3362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4A0B1-77C8-418F-8637-9CA367C5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82DD170-2430-40C3-B5E7-B305CAAA3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A3119CD-0448-48BB-8DB2-B04EAB5E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514971C-1507-4716-B145-1CB694BB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4AAC429-6466-42C0-9D7C-90DF70C0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9687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5CF05-BA32-441E-BB38-57E4D0B7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E51540-0F36-472E-B7C1-1AD790772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A52581D-B4FF-4973-AF48-093D3EE9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6EF7D55-542C-4EBA-8C2E-77EACDD8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CDCE02E-D210-4823-89F0-96776AAE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2756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3198D-087A-4CA9-A451-CCCAB50B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221DFF-B2EF-4F5C-8C1B-27D970258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1041E1-EB05-49F9-8686-C49ECE85F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EBBD2E4-1881-4D46-84D2-5C9D0279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7DF50E8-4F4E-480D-A95E-ADB00471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7CAACA7-E397-4390-89BA-B92DDFF2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8422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6738D-B72D-4184-88C0-A21B7399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A01D0A3-D7C1-468D-8DDA-563F6C8F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0E24CDC-0079-408F-BCA0-66FA2B04B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376432F-D45E-4EA7-A950-6D6E88B77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F4EFFD0-1674-435B-9F3D-8965520F4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EB4F7E4-AF28-4459-802E-80DEB2E6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8CAB5FC-AB09-487A-8F7C-1FBBBE19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F40B20A-292B-42C6-B701-BC98AC20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1341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B78EC-ED73-448F-A79A-7DF9DF3B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4F59E262-1625-41B6-A442-CA871026B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B79956E-36B0-46D6-B4E1-29987441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E935349-2999-43C3-84FC-B248EB4E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642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2725F59-B0F0-4B0A-8BD4-61F83B9B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4AC6289-13D1-4B4B-9916-0A5CDD52C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99A460B-8DCC-42E1-BAE0-85AE66EC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7400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0B3F5-5B48-4AF6-9C1E-3B687B43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4E7471-9F2D-4023-A51B-64BEA875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B97F89C-4446-4ADA-9E5F-D18BE172B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D59D23-443A-451B-9F92-28550BF3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AA37A2F-24F2-4EA8-8B78-9B88E99B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43E3693-9C4C-4A5E-94F9-25670799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4268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8FA7B-2CE9-4A14-88D2-0C1FDC6D0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F15DC63-546B-4815-8F63-DE303C4CA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1225371-0BE6-40DC-8FC3-D7645A9AB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D1863BE-06B3-4560-B4F6-69612AC1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CEFA083-B1D2-45E5-ADEB-422AF5A7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9FD187F-1348-4FB3-BE44-E973B6FE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4827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B3F6E-1EB6-42CB-8C9B-00A0F8A9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E3A4E9B-639F-4FC6-A6FA-1765A364C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8CCD45-443E-4F95-B892-BCA297F3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10467FA-FF87-48D2-9518-708B1DEC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8723AB7-07B1-4672-A256-CCE5CD0D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5948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62B1FD0-7FB5-474B-B6F9-E716A6470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A39FD98-C808-4874-B001-F675DB45C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83447FE-EB47-4077-9EC5-5EA9DB0B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755028C-6E6B-4FDD-B853-AD8B5FC0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04A77E-E33C-48E8-910E-508CA6B4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9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D138D73-5789-43DB-ABA8-357AC375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7BCB223-AA80-48E5-B354-6D2D0B37A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AA40272-CCC7-46ED-802A-9246CD5AB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4BAD1-28E9-40D2-A229-9D3D618DAD2E}" type="datetimeFigureOut">
              <a:rPr lang="uk-UA" smtClean="0"/>
              <a:t>15.05.2025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6D0F54E-9965-460A-BDC4-BC285E198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D4EC66-62EB-4E89-AFC1-0E593B387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1F614-3DBE-48F5-8090-D1EAAD5243CF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6697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7030A0"/>
            </a:gs>
            <a:gs pos="23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39FFC-2ED2-4351-A88C-41A2C4483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138238"/>
            <a:ext cx="9144000" cy="2387600"/>
          </a:xfrm>
        </p:spPr>
        <p:txBody>
          <a:bodyPr/>
          <a:lstStyle/>
          <a:p>
            <a:pPr algn="l"/>
            <a:r>
              <a:rPr lang="uk-UA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</a:t>
            </a:r>
            <a:r>
              <a:rPr lang="uk-UA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Відеомонтаж</a:t>
            </a:r>
            <a:r>
              <a:rPr lang="uk-UA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»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88F6D64-AE85-4F7E-B8F2-FC7FAAB2E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19442"/>
          </a:xfrm>
        </p:spPr>
        <p:txBody>
          <a:bodyPr/>
          <a:lstStyle/>
          <a:p>
            <a:pPr algn="l"/>
            <a:r>
              <a:rPr lang="ru-RU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«Як почати монтувати в CapCut»</a:t>
            </a:r>
            <a:endParaRPr lang="uk-UA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Підзаголовок 2">
            <a:extLst>
              <a:ext uri="{FF2B5EF4-FFF2-40B4-BE49-F238E27FC236}">
                <a16:creationId xmlns:a16="http://schemas.microsoft.com/office/drawing/2014/main" id="{C0B53129-26B9-4D24-8DAB-20F7EB7C9E82}"/>
              </a:ext>
            </a:extLst>
          </p:cNvPr>
          <p:cNvSpPr txBox="1">
            <a:spLocks/>
          </p:cNvSpPr>
          <p:nvPr/>
        </p:nvSpPr>
        <p:spPr>
          <a:xfrm>
            <a:off x="1524000" y="4003834"/>
            <a:ext cx="9144000" cy="619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uk-UA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Скаковського Тимура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33CEFC96-7AC7-43E6-ADA9-5776E71D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0" y="542925"/>
            <a:ext cx="5130800" cy="5772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 prst="hardEdge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58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3000">
              <a:srgbClr val="7030A0"/>
            </a:gs>
            <a:gs pos="23000">
              <a:schemeClr val="tx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кутний трикутник 28">
            <a:hlinkClick r:id="rId2" action="ppaction://hlinksldjump"/>
            <a:extLst>
              <a:ext uri="{FF2B5EF4-FFF2-40B4-BE49-F238E27FC236}">
                <a16:creationId xmlns:a16="http://schemas.microsoft.com/office/drawing/2014/main" id="{F05CE4BC-A113-4687-BCE2-913DB415C05C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7E9110B2-521F-4DFA-93CE-EFB1871747E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ЩО ТАКЕ </a:t>
            </a:r>
            <a:r>
              <a:rPr lang="en-US" b="1" dirty="0">
                <a:solidFill>
                  <a:schemeClr val="bg1"/>
                </a:solidFill>
              </a:rPr>
              <a:t>CAPCUT?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35" name="Заголовок 1">
            <a:extLst>
              <a:ext uri="{FF2B5EF4-FFF2-40B4-BE49-F238E27FC236}">
                <a16:creationId xmlns:a16="http://schemas.microsoft.com/office/drawing/2014/main" id="{A17132B4-E4CE-4DF6-B623-6848E2D0052B}"/>
              </a:ext>
            </a:extLst>
          </p:cNvPr>
          <p:cNvSpPr txBox="1">
            <a:spLocks/>
          </p:cNvSpPr>
          <p:nvPr/>
        </p:nvSpPr>
        <p:spPr>
          <a:xfrm>
            <a:off x="971550" y="1718628"/>
            <a:ext cx="9144000" cy="13198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/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BEB228C8-FE1A-470D-B00F-B030AF346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1718628"/>
            <a:ext cx="99441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 err="1">
                <a:solidFill>
                  <a:schemeClr val="bg1"/>
                </a:solidFill>
              </a:rPr>
              <a:t>CapCut</a:t>
            </a:r>
            <a:r>
              <a:rPr lang="en-US" sz="3600" b="1" dirty="0">
                <a:solidFill>
                  <a:schemeClr val="bg1"/>
                </a:solidFill>
              </a:rPr>
              <a:t>, </a:t>
            </a:r>
            <a:r>
              <a:rPr lang="uk-UA" sz="3600" b="1" dirty="0">
                <a:solidFill>
                  <a:schemeClr val="bg1"/>
                </a:solidFill>
              </a:rPr>
              <a:t>відомий у Китаї як </a:t>
            </a:r>
            <a:r>
              <a:rPr lang="en-US" sz="3600" b="1" dirty="0" err="1">
                <a:solidFill>
                  <a:schemeClr val="bg1"/>
                </a:solidFill>
              </a:rPr>
              <a:t>JianYing</a:t>
            </a:r>
            <a:r>
              <a:rPr lang="en-US" sz="3600" b="1" dirty="0">
                <a:solidFill>
                  <a:schemeClr val="bg1"/>
                </a:solidFill>
              </a:rPr>
              <a:t>, </a:t>
            </a:r>
            <a:r>
              <a:rPr lang="uk-UA" sz="3600" b="1" dirty="0">
                <a:solidFill>
                  <a:schemeClr val="bg1"/>
                </a:solidFill>
              </a:rPr>
              <a:t>а раніше на міжнародному рівні як </a:t>
            </a:r>
            <a:r>
              <a:rPr lang="en-US" sz="3600" b="1" dirty="0" err="1">
                <a:solidFill>
                  <a:schemeClr val="bg1"/>
                </a:solidFill>
              </a:rPr>
              <a:t>ViaMaker</a:t>
            </a:r>
            <a:r>
              <a:rPr lang="en-US" sz="3600" b="1" dirty="0">
                <a:solidFill>
                  <a:schemeClr val="bg1"/>
                </a:solidFill>
              </a:rPr>
              <a:t>, - </a:t>
            </a:r>
            <a:r>
              <a:rPr lang="uk-UA" sz="3600" b="1" dirty="0">
                <a:solidFill>
                  <a:schemeClr val="bg1"/>
                </a:solidFill>
              </a:rPr>
              <a:t>це китайська програма для редагування коротких відео та графіки, розроблена китайською компанією </a:t>
            </a:r>
            <a:r>
              <a:rPr lang="en-US" sz="3600" b="1" dirty="0" err="1">
                <a:solidFill>
                  <a:schemeClr val="bg1"/>
                </a:solidFill>
              </a:rPr>
              <a:t>ByteDance</a:t>
            </a:r>
            <a:r>
              <a:rPr lang="en-US" sz="3600" b="1" dirty="0">
                <a:solidFill>
                  <a:schemeClr val="bg1"/>
                </a:solidFill>
              </a:rPr>
              <a:t>.</a:t>
            </a:r>
            <a:endParaRPr kumimoji="0" lang="uk-UA" altLang="uk-UA" sz="3600" b="1" i="0" u="none" strike="noStrike" normalizeH="0" baseline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9899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3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1000">
              <a:srgbClr val="7030A0"/>
            </a:gs>
            <a:gs pos="23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й трикутник 3">
            <a:hlinkClick r:id="rId2" action="ppaction://hlinksldjump"/>
            <a:extLst>
              <a:ext uri="{FF2B5EF4-FFF2-40B4-BE49-F238E27FC236}">
                <a16:creationId xmlns:a16="http://schemas.microsoft.com/office/drawing/2014/main" id="{DD98FECA-61CC-4741-A107-BED0EA2D5D0B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й трикутник 4">
            <a:hlinkClick r:id="rId3" action="ppaction://hlinksldjump"/>
            <a:extLst>
              <a:ext uri="{FF2B5EF4-FFF2-40B4-BE49-F238E27FC236}">
                <a16:creationId xmlns:a16="http://schemas.microsoft.com/office/drawing/2014/main" id="{165005F5-B217-4E29-BE98-05AE1262ACEF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A76CF19-446F-4FC3-8FEF-816E9FCC1EF9}"/>
              </a:ext>
            </a:extLst>
          </p:cNvPr>
          <p:cNvSpPr txBox="1">
            <a:spLocks/>
          </p:cNvSpPr>
          <p:nvPr/>
        </p:nvSpPr>
        <p:spPr>
          <a:xfrm>
            <a:off x="1524000" y="118428"/>
            <a:ext cx="9144000" cy="13198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💻 ЯК ВСТАНОВИТИ </a:t>
            </a:r>
            <a:r>
              <a:rPr lang="en-US" b="1" dirty="0">
                <a:solidFill>
                  <a:schemeClr val="bg1"/>
                </a:solidFill>
              </a:rPr>
              <a:t>CAPCUT </a:t>
            </a:r>
            <a:r>
              <a:rPr lang="uk-UA" b="1" dirty="0">
                <a:solidFill>
                  <a:schemeClr val="bg1"/>
                </a:solidFill>
              </a:rPr>
              <a:t>НА КОМП’ЮТЕР (</a:t>
            </a:r>
            <a:r>
              <a:rPr lang="en-US" b="1" dirty="0">
                <a:solidFill>
                  <a:schemeClr val="bg1"/>
                </a:solidFill>
              </a:rPr>
              <a:t>WINDOWS / MACOS)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BFB1369-13FA-4FE9-B651-D1C9F5B3623E}"/>
              </a:ext>
            </a:extLst>
          </p:cNvPr>
          <p:cNvSpPr txBox="1">
            <a:spLocks/>
          </p:cNvSpPr>
          <p:nvPr/>
        </p:nvSpPr>
        <p:spPr>
          <a:xfrm>
            <a:off x="971550" y="1718628"/>
            <a:ext cx="9144000" cy="13198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/>
            <a:r>
              <a:rPr lang="ru-RU" sz="3600" b="1" dirty="0">
                <a:solidFill>
                  <a:schemeClr val="bg1"/>
                </a:solidFill>
              </a:rPr>
              <a:t>Крок 1: Перейди на </a:t>
            </a:r>
            <a:r>
              <a:rPr lang="ru-RU" sz="3600" b="1" dirty="0" err="1">
                <a:solidFill>
                  <a:schemeClr val="bg1"/>
                </a:solidFill>
              </a:rPr>
              <a:t>офіційний</a:t>
            </a:r>
            <a:r>
              <a:rPr lang="ru-RU" sz="3600" b="1" dirty="0">
                <a:solidFill>
                  <a:schemeClr val="bg1"/>
                </a:solidFill>
              </a:rPr>
              <a:t> сайт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B92D07-45FE-42AA-B2C3-B7EDB7198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575" y="1438275"/>
            <a:ext cx="2000250" cy="2000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A2D6828-E58C-43D4-ACDE-33E130681B41}"/>
              </a:ext>
            </a:extLst>
          </p:cNvPr>
          <p:cNvSpPr txBox="1">
            <a:spLocks/>
          </p:cNvSpPr>
          <p:nvPr/>
        </p:nvSpPr>
        <p:spPr>
          <a:xfrm>
            <a:off x="962024" y="3038475"/>
            <a:ext cx="8120063" cy="3179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600" b="1" dirty="0">
                <a:solidFill>
                  <a:schemeClr val="bg1"/>
                </a:solidFill>
              </a:rPr>
              <a:t>Крок 2: Завантаж </a:t>
            </a:r>
            <a:r>
              <a:rPr lang="en-US" sz="3600" b="1" dirty="0" err="1">
                <a:solidFill>
                  <a:schemeClr val="bg1"/>
                </a:solidFill>
              </a:rPr>
              <a:t>CapCut</a:t>
            </a:r>
            <a:endParaRPr lang="en-US" sz="36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uk-UA" sz="3600" b="1" dirty="0">
                <a:solidFill>
                  <a:schemeClr val="bg1"/>
                </a:solidFill>
              </a:rPr>
              <a:t>Натисни кнопку </a:t>
            </a:r>
            <a:r>
              <a:rPr lang="en-US" sz="3600" b="1" dirty="0">
                <a:solidFill>
                  <a:schemeClr val="bg1"/>
                </a:solidFill>
              </a:rPr>
              <a:t>Download for Windows </a:t>
            </a:r>
            <a:r>
              <a:rPr lang="uk-UA" sz="3600" b="1" dirty="0">
                <a:solidFill>
                  <a:schemeClr val="bg1"/>
                </a:solidFill>
              </a:rPr>
              <a:t>або </a:t>
            </a:r>
            <a:r>
              <a:rPr lang="en-US" sz="3600" b="1" dirty="0">
                <a:solidFill>
                  <a:schemeClr val="bg1"/>
                </a:solidFill>
              </a:rPr>
              <a:t>Download for macOS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3600" b="1" dirty="0">
                <a:solidFill>
                  <a:schemeClr val="bg1"/>
                </a:solidFill>
              </a:rPr>
              <a:t>Зачекай, поки файл завантажиться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B10AC54-A39F-475E-9BA8-669AE2CA7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055" y="5533310"/>
            <a:ext cx="2381250" cy="438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6" descr="Мініатюра для версії від 01:10, 22 грудня 2022">
            <a:extLst>
              <a:ext uri="{FF2B5EF4-FFF2-40B4-BE49-F238E27FC236}">
                <a16:creationId xmlns:a16="http://schemas.microsoft.com/office/drawing/2014/main" id="{D878D55C-8744-490E-88E5-4476456B3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180885"/>
            <a:ext cx="1143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2170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rgbClr val="7030A0"/>
            </a:gs>
            <a:gs pos="23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й трикутник 1">
            <a:hlinkClick r:id="rId2" action="ppaction://hlinksldjump"/>
            <a:extLst>
              <a:ext uri="{FF2B5EF4-FFF2-40B4-BE49-F238E27FC236}">
                <a16:creationId xmlns:a16="http://schemas.microsoft.com/office/drawing/2014/main" id="{1B312342-F34C-4344-9582-F3A407737773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Прямокутний трикутник 2">
            <a:hlinkClick r:id="rId3" action="ppaction://hlinksldjump"/>
            <a:extLst>
              <a:ext uri="{FF2B5EF4-FFF2-40B4-BE49-F238E27FC236}">
                <a16:creationId xmlns:a16="http://schemas.microsoft.com/office/drawing/2014/main" id="{2CC43ECD-25B7-411C-8D0B-32836477EFF6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27B945C-20AA-40CA-BA50-6A2A00A9A649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ІНТЕРФЕЙС </a:t>
            </a:r>
            <a:r>
              <a:rPr lang="en-US" b="1" dirty="0">
                <a:solidFill>
                  <a:schemeClr val="bg1"/>
                </a:solidFill>
              </a:rPr>
              <a:t>CAPCUT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18FE50-BF33-45AA-AE86-383F08F29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572" y="1237944"/>
            <a:ext cx="9716856" cy="43821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719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100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9C5AE0-F83C-4550-8C3E-DBBC31047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5" r="16065"/>
          <a:stretch/>
        </p:blipFill>
        <p:spPr>
          <a:xfrm>
            <a:off x="7614991" y="1749397"/>
            <a:ext cx="3692614" cy="181930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Прямокутний трикутник 1">
            <a:hlinkClick r:id="rId3" action="ppaction://hlinksldjump"/>
            <a:extLst>
              <a:ext uri="{FF2B5EF4-FFF2-40B4-BE49-F238E27FC236}">
                <a16:creationId xmlns:a16="http://schemas.microsoft.com/office/drawing/2014/main" id="{19699D06-5CAE-42DF-ADCE-9F7DD6944760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Прямокутний трикутник 2">
            <a:hlinkClick r:id="rId4" action="ppaction://hlinksldjump"/>
            <a:extLst>
              <a:ext uri="{FF2B5EF4-FFF2-40B4-BE49-F238E27FC236}">
                <a16:creationId xmlns:a16="http://schemas.microsoft.com/office/drawing/2014/main" id="{2883EF9A-972D-49C1-9F53-07753175CF25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D0E790-A9B7-4A49-BF73-602A04030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1060927"/>
            <a:ext cx="6601746" cy="7906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98EB1E-AF12-4802-B94A-A668DB3AA36E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СТВОРЕННЯ НОВОГО ПРОЄКТУ</a:t>
            </a:r>
            <a:r>
              <a:rPr lang="en-US" b="1" dirty="0">
                <a:solidFill>
                  <a:schemeClr val="bg1"/>
                </a:solidFill>
              </a:rPr>
              <a:t>🆕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16AD128-85CA-4BB5-8ECD-AEE14583D2A7}"/>
              </a:ext>
            </a:extLst>
          </p:cNvPr>
          <p:cNvSpPr txBox="1">
            <a:spLocks/>
          </p:cNvSpPr>
          <p:nvPr/>
        </p:nvSpPr>
        <p:spPr>
          <a:xfrm>
            <a:off x="1609027" y="1900873"/>
            <a:ext cx="5013960" cy="559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sz="3600" b="1" dirty="0">
                <a:solidFill>
                  <a:schemeClr val="bg1"/>
                </a:solidFill>
              </a:rPr>
              <a:t>Натисни «</a:t>
            </a:r>
            <a:r>
              <a:rPr lang="en-US" sz="3600" b="1" dirty="0">
                <a:solidFill>
                  <a:schemeClr val="bg1"/>
                </a:solidFill>
              </a:rPr>
              <a:t>Create Project»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35ACDE-A8D6-4A50-8C24-42A1D70FF1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3" b="22093"/>
          <a:stretch/>
        </p:blipFill>
        <p:spPr>
          <a:xfrm>
            <a:off x="1436832" y="3307660"/>
            <a:ext cx="6454273" cy="202412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4286234-A0C3-435D-B111-D85E406B4655}"/>
              </a:ext>
            </a:extLst>
          </p:cNvPr>
          <p:cNvSpPr txBox="1">
            <a:spLocks/>
          </p:cNvSpPr>
          <p:nvPr/>
        </p:nvSpPr>
        <p:spPr>
          <a:xfrm>
            <a:off x="1750695" y="5358233"/>
            <a:ext cx="6316980" cy="559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ru-RU" sz="3600" b="1" dirty="0" err="1">
                <a:solidFill>
                  <a:schemeClr val="bg1"/>
                </a:solidFill>
              </a:rPr>
              <a:t>Вибери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відео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або</a:t>
            </a:r>
            <a:r>
              <a:rPr lang="ru-RU" sz="3600" b="1" dirty="0">
                <a:solidFill>
                  <a:schemeClr val="bg1"/>
                </a:solidFill>
              </a:rPr>
              <a:t> фото з </a:t>
            </a:r>
            <a:r>
              <a:rPr lang="ru-RU" sz="3600" b="1" dirty="0" err="1">
                <a:solidFill>
                  <a:schemeClr val="bg1"/>
                </a:solidFill>
              </a:rPr>
              <a:t>галереї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271A0E6-C58D-426D-AE2E-714710CBCAE8}"/>
              </a:ext>
            </a:extLst>
          </p:cNvPr>
          <p:cNvSpPr txBox="1">
            <a:spLocks/>
          </p:cNvSpPr>
          <p:nvPr/>
        </p:nvSpPr>
        <p:spPr>
          <a:xfrm>
            <a:off x="6302808" y="1122249"/>
            <a:ext cx="6316980" cy="559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sz="3600" b="1" dirty="0">
                <a:solidFill>
                  <a:schemeClr val="bg1"/>
                </a:solidFill>
              </a:rPr>
              <a:t>Натисни «</a:t>
            </a:r>
            <a:r>
              <a:rPr lang="en-US" sz="3600" b="1" dirty="0">
                <a:solidFill>
                  <a:schemeClr val="bg1"/>
                </a:solidFill>
              </a:rPr>
              <a:t>Add»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206645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85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0DC20C1-FB3D-4045-80C7-BDD0013EF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9" b="3659"/>
          <a:stretch/>
        </p:blipFill>
        <p:spPr>
          <a:xfrm>
            <a:off x="6531210" y="1955825"/>
            <a:ext cx="2257628" cy="209243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Прямокутний трикутник 2">
            <a:hlinkClick r:id="rId3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4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ОБРІЗКА КЛІПІВ📹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912342" y="819072"/>
            <a:ext cx="4907888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Використовуй функцію «</a:t>
            </a:r>
            <a:r>
              <a:rPr lang="en-US" sz="3600" b="1" dirty="0">
                <a:solidFill>
                  <a:schemeClr val="bg1"/>
                </a:solidFill>
              </a:rPr>
              <a:t>Split»</a:t>
            </a:r>
            <a:r>
              <a:rPr lang="uk-UA" sz="3600" b="1" dirty="0">
                <a:solidFill>
                  <a:schemeClr val="bg1"/>
                </a:solidFill>
              </a:rPr>
              <a:t> та видаляй зайве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E1CBA65-2F11-418D-BC77-1ED5D00EC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95" y="1958374"/>
            <a:ext cx="2496460" cy="231379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C790471-B766-45DA-97AA-58084FD6AB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2" r="26342"/>
          <a:stretch/>
        </p:blipFill>
        <p:spPr>
          <a:xfrm>
            <a:off x="3557331" y="3543963"/>
            <a:ext cx="3512460" cy="32554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9D0C4159-CDC0-4BB0-A997-5A8242C408B9}"/>
              </a:ext>
            </a:extLst>
          </p:cNvPr>
          <p:cNvSpPr txBox="1">
            <a:spLocks/>
          </p:cNvSpPr>
          <p:nvPr/>
        </p:nvSpPr>
        <p:spPr>
          <a:xfrm>
            <a:off x="174990" y="5762366"/>
            <a:ext cx="3724973" cy="10765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Перетягуй, щоб змінити тривалість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30324A26-F1B8-4DEA-8AE5-2A0C99B3D1BD}"/>
              </a:ext>
            </a:extLst>
          </p:cNvPr>
          <p:cNvSpPr txBox="1">
            <a:spLocks/>
          </p:cNvSpPr>
          <p:nvPr/>
        </p:nvSpPr>
        <p:spPr>
          <a:xfrm>
            <a:off x="7291639" y="4048261"/>
            <a:ext cx="3077273" cy="10765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Видаляй зайве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70345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0">
              <a:srgbClr val="7030A0"/>
            </a:gs>
            <a:gs pos="70000">
              <a:schemeClr val="tx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й трикутник 2">
            <a:hlinkClick r:id="rId2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3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ПЕРЕХІДНІ ЕФЕКТИ🌀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912342" y="819072"/>
            <a:ext cx="4907888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Вкладка «</a:t>
            </a:r>
            <a:r>
              <a:rPr lang="en-US" sz="3600" b="1" dirty="0">
                <a:solidFill>
                  <a:schemeClr val="bg1"/>
                </a:solidFill>
              </a:rPr>
              <a:t>Transitions»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9D0C4159-CDC0-4BB0-A997-5A8242C408B9}"/>
              </a:ext>
            </a:extLst>
          </p:cNvPr>
          <p:cNvSpPr txBox="1">
            <a:spLocks/>
          </p:cNvSpPr>
          <p:nvPr/>
        </p:nvSpPr>
        <p:spPr>
          <a:xfrm>
            <a:off x="7515225" y="1269719"/>
            <a:ext cx="4244610" cy="10998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Налаштування тривалості переходу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30324A26-F1B8-4DEA-8AE5-2A0C99B3D1BD}"/>
              </a:ext>
            </a:extLst>
          </p:cNvPr>
          <p:cNvSpPr txBox="1">
            <a:spLocks/>
          </p:cNvSpPr>
          <p:nvPr/>
        </p:nvSpPr>
        <p:spPr>
          <a:xfrm>
            <a:off x="272747" y="5038675"/>
            <a:ext cx="3376361" cy="10765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Різні стилі: </a:t>
            </a:r>
            <a:r>
              <a:rPr lang="en-US" sz="3600" b="1" dirty="0">
                <a:solidFill>
                  <a:schemeClr val="bg1"/>
                </a:solidFill>
              </a:rPr>
              <a:t>Fade, Slide, Zoom </a:t>
            </a:r>
            <a:r>
              <a:rPr lang="uk-UA" sz="3600" b="1" dirty="0">
                <a:solidFill>
                  <a:schemeClr val="bg1"/>
                </a:solidFill>
              </a:rPr>
              <a:t>тощо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899F47-2CA1-4A78-B84D-9DE4ED363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95" y="1494931"/>
            <a:ext cx="5850204" cy="114460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CFAC72-12D9-4121-BB8E-C11051188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799" y="2405445"/>
            <a:ext cx="4515480" cy="20767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22220FE-3BC9-46E7-B5FF-957B35E1B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7663" y="2669989"/>
            <a:ext cx="3091394" cy="362439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904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0" grpId="0"/>
      <p:bldP spid="11" grpId="0"/>
      <p:bldP spid="18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76000">
              <a:schemeClr val="tx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10088CFD-30B7-420C-A494-210248E8E698}"/>
              </a:ext>
            </a:extLst>
          </p:cNvPr>
          <p:cNvSpPr/>
          <p:nvPr/>
        </p:nvSpPr>
        <p:spPr>
          <a:xfrm>
            <a:off x="-581025" y="3775966"/>
            <a:ext cx="10083385" cy="482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6B27BB-091B-42DE-B769-87F622FD9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061" y="3775966"/>
            <a:ext cx="2210108" cy="24196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3" name="Прямокутний трикутник 2">
            <a:hlinkClick r:id="rId3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4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ТЕКСТ ТА СУБТИТРИ💬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3748303" y="1443866"/>
            <a:ext cx="1910597" cy="14444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/>
            <a:r>
              <a:rPr lang="uk-UA" sz="3600" b="1" dirty="0">
                <a:solidFill>
                  <a:schemeClr val="bg1"/>
                </a:solidFill>
              </a:rPr>
              <a:t>Шрифти, анімації, кольори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35D6764-81CF-4C62-AD60-5A1A9E493B92}"/>
              </a:ext>
            </a:extLst>
          </p:cNvPr>
          <p:cNvSpPr txBox="1">
            <a:spLocks/>
          </p:cNvSpPr>
          <p:nvPr/>
        </p:nvSpPr>
        <p:spPr>
          <a:xfrm>
            <a:off x="9011403" y="2641294"/>
            <a:ext cx="2830286" cy="1257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Додати текст: кнопка «</a:t>
            </a:r>
            <a:r>
              <a:rPr lang="en-US" sz="3600" b="1" dirty="0">
                <a:solidFill>
                  <a:schemeClr val="bg1"/>
                </a:solidFill>
              </a:rPr>
              <a:t>Text»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01980D-995A-42BC-81B2-8FDE8E6CE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36" y="1129480"/>
            <a:ext cx="3531167" cy="52929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078A3A14-5938-4C82-9922-24D105E987E5}"/>
              </a:ext>
            </a:extLst>
          </p:cNvPr>
          <p:cNvSpPr txBox="1">
            <a:spLocks/>
          </p:cNvSpPr>
          <p:nvPr/>
        </p:nvSpPr>
        <p:spPr>
          <a:xfrm>
            <a:off x="5624436" y="4377446"/>
            <a:ext cx="2804749" cy="20733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ru-RU" sz="3600" b="1" dirty="0" err="1">
                <a:solidFill>
                  <a:schemeClr val="bg1"/>
                </a:solidFill>
              </a:rPr>
              <a:t>Ручне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або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автоматичне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створення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субтитрів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28EB0D0-0FFB-4D9D-889F-34DB69796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698" y="3392552"/>
            <a:ext cx="3910968" cy="10023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86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0" grpId="0"/>
      <p:bldP spid="11" grpId="0"/>
      <p:bldP spid="13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5000">
              <a:srgbClr val="7030A0"/>
            </a:gs>
            <a:gs pos="23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DE45D6DF-A927-48E2-BABD-A4F84C8BA1CB}"/>
              </a:ext>
            </a:extLst>
          </p:cNvPr>
          <p:cNvSpPr/>
          <p:nvPr/>
        </p:nvSpPr>
        <p:spPr>
          <a:xfrm>
            <a:off x="2485450" y="3729038"/>
            <a:ext cx="9706549" cy="7295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sp>
        <p:nvSpPr>
          <p:cNvPr id="3" name="Прямокутний трикутник 2">
            <a:hlinkClick r:id="rId2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3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ДОДАВАННЯ МУЗИКИ</a:t>
            </a:r>
            <a:r>
              <a:rPr lang="en-US" b="1" dirty="0">
                <a:solidFill>
                  <a:schemeClr val="bg1"/>
                </a:solidFill>
              </a:rPr>
              <a:t>🎧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1005103" y="1520066"/>
            <a:ext cx="4151097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ru-RU" sz="3600" b="1" dirty="0" err="1">
                <a:solidFill>
                  <a:schemeClr val="bg1"/>
                </a:solidFill>
              </a:rPr>
              <a:t>Використання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треків</a:t>
            </a:r>
            <a:r>
              <a:rPr lang="ru-RU" sz="3600" b="1" dirty="0">
                <a:solidFill>
                  <a:schemeClr val="bg1"/>
                </a:solidFill>
              </a:rPr>
              <a:t> з </a:t>
            </a:r>
            <a:r>
              <a:rPr lang="ru-RU" sz="3600" b="1" dirty="0" err="1">
                <a:solidFill>
                  <a:schemeClr val="bg1"/>
                </a:solidFill>
              </a:rPr>
              <a:t>бібліотеки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CapCut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63CAE0-D81C-465D-9613-04B0160AF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03" y="2646933"/>
            <a:ext cx="3810000" cy="324053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2A346A2A-8718-484D-A539-2755B7D21EE2}"/>
              </a:ext>
            </a:extLst>
          </p:cNvPr>
          <p:cNvSpPr txBox="1">
            <a:spLocks/>
          </p:cNvSpPr>
          <p:nvPr/>
        </p:nvSpPr>
        <p:spPr>
          <a:xfrm>
            <a:off x="6096000" y="1824866"/>
            <a:ext cx="4238625" cy="737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Синхронізація з відео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8FCB60D-4D42-4722-8B57-D1D0C497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62225"/>
            <a:ext cx="5395796" cy="28082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867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 animBg="1"/>
      <p:bldP spid="10" grpId="0"/>
      <p:bldP spid="11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7030A0"/>
            </a:gs>
            <a:gs pos="5000">
              <a:schemeClr val="tx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DFFE11AB-27F5-4A59-B11F-2EB1DE189F0C}"/>
              </a:ext>
            </a:extLst>
          </p:cNvPr>
          <p:cNvSpPr/>
          <p:nvPr/>
        </p:nvSpPr>
        <p:spPr>
          <a:xfrm rot="2119758">
            <a:off x="5512285" y="3175768"/>
            <a:ext cx="2855521" cy="6240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5D74C6C5-826B-4429-88B0-9C5EE921A46C}"/>
              </a:ext>
            </a:extLst>
          </p:cNvPr>
          <p:cNvSpPr/>
          <p:nvPr/>
        </p:nvSpPr>
        <p:spPr>
          <a:xfrm rot="20781238">
            <a:off x="5555283" y="3786769"/>
            <a:ext cx="7008216" cy="6240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sp>
        <p:nvSpPr>
          <p:cNvPr id="3" name="Прямокутний трикутник 2">
            <a:hlinkClick r:id="rId2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3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ФІЛЬТРИ ТА КОРЕКЦІЯ КОЛЬОРУ📷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1005103" y="1520066"/>
            <a:ext cx="5090897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Готові фільтри (</a:t>
            </a:r>
            <a:r>
              <a:rPr lang="en-US" sz="3600" b="1" dirty="0">
                <a:solidFill>
                  <a:schemeClr val="bg1"/>
                </a:solidFill>
              </a:rPr>
              <a:t>Cinematic, Retro, Warm </a:t>
            </a:r>
            <a:r>
              <a:rPr lang="uk-UA" sz="3600" b="1" dirty="0">
                <a:solidFill>
                  <a:schemeClr val="bg1"/>
                </a:solidFill>
              </a:rPr>
              <a:t>тощо)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673CA5-CA6D-4C44-BC5A-13003A90F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628" y="2127148"/>
            <a:ext cx="1204686" cy="9448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27CF535-EE2F-4E19-B25C-996F305B289A}"/>
              </a:ext>
            </a:extLst>
          </p:cNvPr>
          <p:cNvSpPr txBox="1">
            <a:spLocks/>
          </p:cNvSpPr>
          <p:nvPr/>
        </p:nvSpPr>
        <p:spPr>
          <a:xfrm>
            <a:off x="1005102" y="3246970"/>
            <a:ext cx="5090897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Налаштування яскравості, контрасту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D88826-4A9E-4B2E-A432-A39BED89B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573" y="4409117"/>
            <a:ext cx="4505954" cy="185763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C21D80F-E8B3-4149-81F4-3D2501918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678" y="2294091"/>
            <a:ext cx="4795426" cy="33865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958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3" grpId="0" animBg="1"/>
      <p:bldP spid="4" grpId="0" animBg="1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7030A0"/>
            </a:gs>
            <a:gs pos="71000">
              <a:schemeClr val="tx1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A0690736-79A7-49A6-9365-0D6BEA162C26}"/>
              </a:ext>
            </a:extLst>
          </p:cNvPr>
          <p:cNvSpPr/>
          <p:nvPr/>
        </p:nvSpPr>
        <p:spPr>
          <a:xfrm rot="11020296">
            <a:off x="2370594" y="4039591"/>
            <a:ext cx="5332220" cy="390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4ECCF240-BE23-4ADB-B610-25F7925E7D97}"/>
              </a:ext>
            </a:extLst>
          </p:cNvPr>
          <p:cNvSpPr/>
          <p:nvPr/>
        </p:nvSpPr>
        <p:spPr>
          <a:xfrm rot="9521958">
            <a:off x="-477253" y="3398988"/>
            <a:ext cx="8067240" cy="390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sp>
        <p:nvSpPr>
          <p:cNvPr id="3" name="Прямокутний трикутник 2">
            <a:hlinkClick r:id="rId2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3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ЕФЕКТИ ВІДЕО (</a:t>
            </a:r>
            <a:r>
              <a:rPr lang="en-US" b="1" dirty="0">
                <a:solidFill>
                  <a:schemeClr val="bg1"/>
                </a:solidFill>
              </a:rPr>
              <a:t>EFFECTS)</a:t>
            </a:r>
            <a:r>
              <a:rPr lang="uk-UA" b="1" dirty="0">
                <a:solidFill>
                  <a:schemeClr val="bg1"/>
                </a:solidFill>
              </a:rPr>
              <a:t>🔮</a:t>
            </a:r>
            <a:endParaRPr lang="ru-RU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1005103" y="1520066"/>
            <a:ext cx="6142457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en-US" sz="3600" b="1" dirty="0">
                <a:solidFill>
                  <a:schemeClr val="bg1"/>
                </a:solidFill>
              </a:rPr>
              <a:t>Motion effects, Glitch, Blur </a:t>
            </a:r>
            <a:r>
              <a:rPr lang="en-US" sz="3600" b="1" dirty="0" err="1">
                <a:solidFill>
                  <a:schemeClr val="bg1"/>
                </a:solidFill>
              </a:rPr>
              <a:t>тощо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6003D6-2003-485E-B921-D0B636729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123" y="1520066"/>
            <a:ext cx="1812578" cy="16514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3139D184-96A0-4410-881A-DBEF922B70C3}"/>
              </a:ext>
            </a:extLst>
          </p:cNvPr>
          <p:cNvSpPr txBox="1">
            <a:spLocks/>
          </p:cNvSpPr>
          <p:nvPr/>
        </p:nvSpPr>
        <p:spPr>
          <a:xfrm>
            <a:off x="829962" y="5920986"/>
            <a:ext cx="6142457" cy="5493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/>
            <a:r>
              <a:rPr lang="en-US" sz="3600" b="1" dirty="0">
                <a:solidFill>
                  <a:schemeClr val="bg1"/>
                </a:solidFill>
              </a:rPr>
              <a:t>Motion effects, Glitch, Blur </a:t>
            </a:r>
            <a:r>
              <a:rPr lang="en-US" sz="3600" b="1" dirty="0" err="1">
                <a:solidFill>
                  <a:schemeClr val="bg1"/>
                </a:solidFill>
              </a:rPr>
              <a:t>тощо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D9E07F-68A1-4576-A86E-69793B62B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03" y="2867535"/>
            <a:ext cx="3937488" cy="293729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9443D47-EA48-4929-A6F2-1AA6C49F3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526" y="3493956"/>
            <a:ext cx="3034350" cy="15446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EBBA4D50-377E-4F73-90BE-F6DEDACFD094}"/>
              </a:ext>
            </a:extLst>
          </p:cNvPr>
          <p:cNvSpPr txBox="1">
            <a:spLocks/>
          </p:cNvSpPr>
          <p:nvPr/>
        </p:nvSpPr>
        <p:spPr>
          <a:xfrm>
            <a:off x="7512526" y="5038644"/>
            <a:ext cx="3348221" cy="14969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ru-RU" sz="3600" b="1" dirty="0" err="1">
                <a:solidFill>
                  <a:schemeClr val="bg1"/>
                </a:solidFill>
              </a:rPr>
              <a:t>Застосовуються</a:t>
            </a:r>
            <a:r>
              <a:rPr lang="ru-RU" sz="3600" b="1" dirty="0">
                <a:solidFill>
                  <a:schemeClr val="bg1"/>
                </a:solidFill>
              </a:rPr>
              <a:t> до </a:t>
            </a:r>
            <a:r>
              <a:rPr lang="ru-RU" sz="3600" b="1" dirty="0" err="1">
                <a:solidFill>
                  <a:schemeClr val="bg1"/>
                </a:solidFill>
              </a:rPr>
              <a:t>всього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відео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або</a:t>
            </a:r>
            <a:r>
              <a:rPr lang="ru-RU" sz="3600" b="1" dirty="0">
                <a:solidFill>
                  <a:schemeClr val="bg1"/>
                </a:solidFill>
              </a:rPr>
              <a:t> фрагмента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420445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animBg="1"/>
      <p:bldP spid="3" grpId="0" animBg="1"/>
      <p:bldP spid="4" grpId="0" animBg="1"/>
      <p:bldP spid="10" grpId="0"/>
      <p:bldP spid="11" grpId="0"/>
      <p:bldP spid="16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7030A0"/>
            </a:gs>
            <a:gs pos="66000">
              <a:schemeClr val="tx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2C0A8D0F-7244-4298-A44B-C3A1915FFC8C}"/>
              </a:ext>
            </a:extLst>
          </p:cNvPr>
          <p:cNvSpPr/>
          <p:nvPr/>
        </p:nvSpPr>
        <p:spPr>
          <a:xfrm rot="14113353">
            <a:off x="-1515589" y="2533673"/>
            <a:ext cx="6993055" cy="390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rgbClr val="FFFFFF"/>
              </a:solidFill>
            </a:endParaRPr>
          </a:p>
        </p:txBody>
      </p:sp>
      <p:sp>
        <p:nvSpPr>
          <p:cNvPr id="3" name="Прямокутний трикутник 2">
            <a:hlinkClick r:id="rId2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3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АНІМАЦІЯ🪄</a:t>
            </a:r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1646738" y="1520066"/>
            <a:ext cx="9662897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ru-RU" sz="3600" b="1" dirty="0" err="1">
                <a:solidFill>
                  <a:schemeClr val="bg1"/>
                </a:solidFill>
              </a:rPr>
              <a:t>Зовнішня</a:t>
            </a:r>
            <a:r>
              <a:rPr lang="ru-RU" sz="3600" b="1" dirty="0">
                <a:solidFill>
                  <a:schemeClr val="bg1"/>
                </a:solidFill>
              </a:rPr>
              <a:t>/</a:t>
            </a:r>
            <a:r>
              <a:rPr lang="ru-RU" sz="3600" b="1" dirty="0" err="1">
                <a:solidFill>
                  <a:schemeClr val="bg1"/>
                </a:solidFill>
              </a:rPr>
              <a:t>внутрішня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анімація</a:t>
            </a:r>
            <a:r>
              <a:rPr lang="ru-RU" sz="3600" b="1" dirty="0">
                <a:solidFill>
                  <a:schemeClr val="bg1"/>
                </a:solidFill>
              </a:rPr>
              <a:t> для </a:t>
            </a:r>
            <a:r>
              <a:rPr lang="ru-RU" sz="3600" b="1" dirty="0" err="1">
                <a:solidFill>
                  <a:schemeClr val="bg1"/>
                </a:solidFill>
              </a:rPr>
              <a:t>кліпів</a:t>
            </a:r>
            <a:r>
              <a:rPr lang="ru-RU" sz="3600" b="1" dirty="0">
                <a:solidFill>
                  <a:schemeClr val="bg1"/>
                </a:solidFill>
              </a:rPr>
              <a:t> та тексту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6BC9B0-4C6B-4405-85E3-1793AAA80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03" y="2255520"/>
            <a:ext cx="2304154" cy="354559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DA8BE8-836A-4195-8EB7-037FC6595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235" y="4684782"/>
            <a:ext cx="6728417" cy="12292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ACFF455-4E20-4F63-ACD4-BF99D9278051}"/>
              </a:ext>
            </a:extLst>
          </p:cNvPr>
          <p:cNvSpPr txBox="1">
            <a:spLocks/>
          </p:cNvSpPr>
          <p:nvPr/>
        </p:nvSpPr>
        <p:spPr>
          <a:xfrm>
            <a:off x="4597390" y="3987929"/>
            <a:ext cx="5011068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Робить відео динамічним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42841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4" grpId="0" animBg="1"/>
      <p:bldP spid="10" grpId="0"/>
      <p:bldP spid="11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97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й трикутник 2">
            <a:hlinkClick r:id="rId2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3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СПІВВІДНОШЕННЯ СТОРІН</a:t>
            </a:r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91DC7-FD5A-4076-A8DC-4E4CAA044B15}"/>
              </a:ext>
            </a:extLst>
          </p:cNvPr>
          <p:cNvSpPr txBox="1">
            <a:spLocks/>
          </p:cNvSpPr>
          <p:nvPr/>
        </p:nvSpPr>
        <p:spPr>
          <a:xfrm>
            <a:off x="1005104" y="1520066"/>
            <a:ext cx="4713526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9:16 – для </a:t>
            </a:r>
            <a:r>
              <a:rPr lang="en-US" sz="3600" b="1" dirty="0" err="1">
                <a:solidFill>
                  <a:schemeClr val="bg1"/>
                </a:solidFill>
              </a:rPr>
              <a:t>TikTok</a:t>
            </a:r>
            <a:r>
              <a:rPr lang="en-US" sz="3600" b="1" dirty="0">
                <a:solidFill>
                  <a:schemeClr val="bg1"/>
                </a:solidFill>
              </a:rPr>
              <a:t> / Reels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256656C-ACC2-4F92-AB0C-4F815B7A3357}"/>
              </a:ext>
            </a:extLst>
          </p:cNvPr>
          <p:cNvSpPr txBox="1">
            <a:spLocks/>
          </p:cNvSpPr>
          <p:nvPr/>
        </p:nvSpPr>
        <p:spPr>
          <a:xfrm>
            <a:off x="1005104" y="3061273"/>
            <a:ext cx="4004135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dirty="0">
                <a:solidFill>
                  <a:schemeClr val="bg1"/>
                </a:solidFill>
              </a:rPr>
              <a:t>16:9 – для </a:t>
            </a:r>
            <a:r>
              <a:rPr lang="en-US" sz="3600" dirty="0">
                <a:solidFill>
                  <a:schemeClr val="bg1"/>
                </a:solidFill>
              </a:rPr>
              <a:t>YouTube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64D68B83-290A-4963-98F4-25005A89483D}"/>
              </a:ext>
            </a:extLst>
          </p:cNvPr>
          <p:cNvSpPr txBox="1">
            <a:spLocks/>
          </p:cNvSpPr>
          <p:nvPr/>
        </p:nvSpPr>
        <p:spPr>
          <a:xfrm>
            <a:off x="1005103" y="4602480"/>
            <a:ext cx="4004135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uk-UA" sz="3600" b="1" dirty="0">
                <a:solidFill>
                  <a:schemeClr val="bg1"/>
                </a:solidFill>
              </a:rPr>
              <a:t>1:1 – для </a:t>
            </a:r>
            <a:r>
              <a:rPr lang="en-US" sz="3600" b="1" dirty="0">
                <a:solidFill>
                  <a:schemeClr val="bg1"/>
                </a:solidFill>
              </a:rPr>
              <a:t>Instagram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130297-3902-4299-AC9B-06D777345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630" y="900770"/>
            <a:ext cx="1680000" cy="168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676521-A748-4C25-B397-93925C94B2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830" y="2648816"/>
            <a:ext cx="2387600" cy="12726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18A7533-846B-40A9-9C9C-F5A93401FA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430" y="4052794"/>
            <a:ext cx="19304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1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93000">
              <a:schemeClr val="tx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трілка: вигнута 1">
            <a:extLst>
              <a:ext uri="{FF2B5EF4-FFF2-40B4-BE49-F238E27FC236}">
                <a16:creationId xmlns:a16="http://schemas.microsoft.com/office/drawing/2014/main" id="{0A552150-2C42-4EBD-BE9F-BC73CB591D99}"/>
              </a:ext>
            </a:extLst>
          </p:cNvPr>
          <p:cNvSpPr/>
          <p:nvPr/>
        </p:nvSpPr>
        <p:spPr>
          <a:xfrm rot="10800000">
            <a:off x="3735568" y="2676245"/>
            <a:ext cx="2493781" cy="1859810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3225A6F-EC60-4CF2-9369-CE8157F59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66543" y="0"/>
            <a:ext cx="2926994" cy="1463497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4421B4C-C678-4239-B91C-81A91AD4F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463" y="-1"/>
            <a:ext cx="2926994" cy="1463497"/>
          </a:xfrm>
          <a:prstGeom prst="rect">
            <a:avLst/>
          </a:prstGeom>
        </p:spPr>
      </p:pic>
      <p:sp>
        <p:nvSpPr>
          <p:cNvPr id="3" name="Прямокутний трикутник 2">
            <a:hlinkClick r:id="rId3" action="ppaction://hlinksldjump"/>
            <a:extLst>
              <a:ext uri="{FF2B5EF4-FFF2-40B4-BE49-F238E27FC236}">
                <a16:creationId xmlns:a16="http://schemas.microsoft.com/office/drawing/2014/main" id="{23FA4B30-53CC-41CD-B229-43C5B49B506A}"/>
              </a:ext>
            </a:extLst>
          </p:cNvPr>
          <p:cNvSpPr/>
          <p:nvPr/>
        </p:nvSpPr>
        <p:spPr>
          <a:xfrm rot="16200000">
            <a:off x="10870437" y="5536436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й трикутник 3">
            <a:hlinkClick r:id="rId4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ЕКСПОРТ ВІДЕО</a:t>
            </a:r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A7C8A8A-98EB-40CF-9162-75D9F1BAE587}"/>
              </a:ext>
            </a:extLst>
          </p:cNvPr>
          <p:cNvSpPr txBox="1">
            <a:spLocks/>
          </p:cNvSpPr>
          <p:nvPr/>
        </p:nvSpPr>
        <p:spPr>
          <a:xfrm>
            <a:off x="1005104" y="1520065"/>
            <a:ext cx="3719296" cy="1357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600" b="1" dirty="0">
                <a:solidFill>
                  <a:schemeClr val="bg1"/>
                </a:solidFill>
              </a:rPr>
              <a:t>Кнопка «</a:t>
            </a:r>
            <a:r>
              <a:rPr lang="en-US" sz="3600" b="1" dirty="0">
                <a:solidFill>
                  <a:schemeClr val="bg1"/>
                </a:solidFill>
              </a:rPr>
              <a:t>Export»</a:t>
            </a:r>
            <a:r>
              <a:rPr lang="uk-UA" sz="3600" b="1" dirty="0">
                <a:solidFill>
                  <a:schemeClr val="bg1"/>
                </a:solidFill>
              </a:rPr>
              <a:t> Вибір роздільності (720</a:t>
            </a:r>
            <a:r>
              <a:rPr lang="en-US" sz="3600" b="1" dirty="0">
                <a:solidFill>
                  <a:schemeClr val="bg1"/>
                </a:solidFill>
              </a:rPr>
              <a:t>p, 1080p, 4K)</a:t>
            </a:r>
            <a:endParaRPr lang="ru-RU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  <a:p>
            <a:pPr fontAlgn="auto"/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6AA252-57F7-43A1-A70E-E4831F660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939" y="1594030"/>
            <a:ext cx="5133326" cy="13570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B8778D9E-DBD4-4437-A98F-CFDF31E2967A}"/>
              </a:ext>
            </a:extLst>
          </p:cNvPr>
          <p:cNvSpPr txBox="1">
            <a:spLocks/>
          </p:cNvSpPr>
          <p:nvPr/>
        </p:nvSpPr>
        <p:spPr>
          <a:xfrm>
            <a:off x="7296704" y="3061273"/>
            <a:ext cx="5226289" cy="7354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/>
            <a:r>
              <a:rPr lang="uk-UA" sz="3600" b="1" dirty="0">
                <a:solidFill>
                  <a:schemeClr val="bg1"/>
                </a:solidFill>
              </a:rPr>
              <a:t>Збереження </a:t>
            </a:r>
          </a:p>
          <a:p>
            <a:pPr algn="just" fontAlgn="auto"/>
            <a:r>
              <a:rPr lang="uk-UA" sz="3600" b="1" dirty="0">
                <a:solidFill>
                  <a:schemeClr val="bg1"/>
                </a:solidFill>
              </a:rPr>
              <a:t>або публікація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5A17D65-A8BF-4D10-A8A8-154917CB1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692" y="3273785"/>
            <a:ext cx="2129946" cy="28186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09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/>
      <p:bldP spid="14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100000">
              <a:schemeClr val="tx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й трикутник 3">
            <a:hlinkClick r:id="rId2" action="ppaction://hlinksldjump"/>
            <a:extLst>
              <a:ext uri="{FF2B5EF4-FFF2-40B4-BE49-F238E27FC236}">
                <a16:creationId xmlns:a16="http://schemas.microsoft.com/office/drawing/2014/main" id="{9FCF2235-E387-420F-9CA5-F62668893A70}"/>
              </a:ext>
            </a:extLst>
          </p:cNvPr>
          <p:cNvSpPr/>
          <p:nvPr/>
        </p:nvSpPr>
        <p:spPr>
          <a:xfrm rot="10800000">
            <a:off x="10867310" y="0"/>
            <a:ext cx="1324690" cy="1318437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63B8D6-DF25-4E42-B1BD-670746277A33}"/>
              </a:ext>
            </a:extLst>
          </p:cNvPr>
          <p:cNvSpPr txBox="1">
            <a:spLocks/>
          </p:cNvSpPr>
          <p:nvPr/>
        </p:nvSpPr>
        <p:spPr>
          <a:xfrm>
            <a:off x="1524000" y="118429"/>
            <a:ext cx="9144000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/>
            <a:r>
              <a:rPr lang="uk-UA" b="1" dirty="0">
                <a:solidFill>
                  <a:schemeClr val="bg1"/>
                </a:solidFill>
              </a:rPr>
              <a:t>ДЕ ЗНАЙТИ БІЛЬШЕ?</a:t>
            </a:r>
            <a:endParaRPr lang="ru-RU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A7C8A8A-98EB-40CF-9162-75D9F1BAE587}"/>
              </a:ext>
            </a:extLst>
          </p:cNvPr>
          <p:cNvSpPr txBox="1">
            <a:spLocks/>
          </p:cNvSpPr>
          <p:nvPr/>
        </p:nvSpPr>
        <p:spPr>
          <a:xfrm>
            <a:off x="4547502" y="1384811"/>
            <a:ext cx="3096996" cy="1119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/>
            <a:r>
              <a:rPr lang="en-US" sz="3600" b="1" dirty="0">
                <a:solidFill>
                  <a:schemeClr val="bg1"/>
                </a:solidFill>
              </a:rPr>
              <a:t>YouTube, </a:t>
            </a:r>
            <a:r>
              <a:rPr lang="en-US" sz="3600" b="1" dirty="0" err="1">
                <a:solidFill>
                  <a:schemeClr val="bg1"/>
                </a:solidFill>
              </a:rPr>
              <a:t>TikTok</a:t>
            </a:r>
            <a:r>
              <a:rPr lang="en-US" sz="3600" b="1" dirty="0">
                <a:solidFill>
                  <a:schemeClr val="bg1"/>
                </a:solidFill>
              </a:rPr>
              <a:t> (</a:t>
            </a:r>
            <a:r>
              <a:rPr lang="uk-UA" sz="3600" b="1" dirty="0" err="1">
                <a:solidFill>
                  <a:schemeClr val="bg1"/>
                </a:solidFill>
              </a:rPr>
              <a:t>уроки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CapCut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ru-RU" sz="3600" b="1" i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 (Заголовки)"/>
            </a:endParaRPr>
          </a:p>
        </p:txBody>
      </p:sp>
      <p:sp>
        <p:nvSpPr>
          <p:cNvPr id="2" name="Кнопка дії: на домашню сторінку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18EC073-B7E4-4C05-8001-4106364DD0D8}"/>
              </a:ext>
            </a:extLst>
          </p:cNvPr>
          <p:cNvSpPr/>
          <p:nvPr/>
        </p:nvSpPr>
        <p:spPr>
          <a:xfrm>
            <a:off x="5704475" y="6060474"/>
            <a:ext cx="783050" cy="679097"/>
          </a:xfrm>
          <a:prstGeom prst="actionButtonHome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254EA5-8E35-4E52-A71F-3A0392D72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960" y="2651193"/>
            <a:ext cx="2164080" cy="21640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4AE9B3-7E7F-4A11-B779-8485C017B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330" y="2131591"/>
            <a:ext cx="1680000" cy="168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0895EE-FE99-4CB7-BDBF-ABF0D4989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070" y="2281937"/>
            <a:ext cx="2387600" cy="12726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9527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4" grpId="0"/>
      <p:bldP spid="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279</Words>
  <Application>Microsoft Office PowerPoint</Application>
  <PresentationFormat>Широкий екран</PresentationFormat>
  <Paragraphs>50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Calibri Light (Заголовки)</vt:lpstr>
      <vt:lpstr>Тема Office</vt:lpstr>
      <vt:lpstr>«Відеомонтаж»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«Відеомонтаж, кіноіндустрія»</dc:title>
  <dc:creator>STUDENT</dc:creator>
  <cp:lastModifiedBy>STUDENT</cp:lastModifiedBy>
  <cp:revision>45</cp:revision>
  <dcterms:created xsi:type="dcterms:W3CDTF">2025-05-14T05:57:53Z</dcterms:created>
  <dcterms:modified xsi:type="dcterms:W3CDTF">2025-05-15T11:25:50Z</dcterms:modified>
</cp:coreProperties>
</file>